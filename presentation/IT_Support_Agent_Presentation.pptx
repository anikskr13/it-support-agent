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SLIDE 01 | AIONOS INTERNAL SERVICE AGENT</a:t>
            </a:r>
          </a:p>
          <a:p>
            <a:pPr>
              <a:defRPr sz="2600" b="1">
                <a:solidFill>
                  <a:srgbClr val="F8FAFC"/>
                </a:solidFill>
              </a:defRPr>
            </a:pPr>
            <a:r>
              <a:t>Veridian Corp — IT Support Agent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Autonomous Multi-Turn Internal Service Agent | AIONOS Agentic AI Factory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920240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93392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Project Scope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Production-grade autonomous IT helpdesk agent handling Tier-1 employee inquiries.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108960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182112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Core Technologies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LangGraph state machine, Groq Llama 3.3 70B, FastAPI, and React.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297679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370831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Key Capabilities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Policy matching across 10 KB articles, dynamic clarifying follow-ups, auto-resolutions, and safe escalations.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486400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559552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Live Deliverables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Single-service web app on Render, complete test suite, and auditable ticket store.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SLIDE 02 | AIONOS INTERNAL SERVICE AGENT</a:t>
            </a:r>
          </a:p>
          <a:p>
            <a:pPr>
              <a:defRPr sz="2600" b="1">
                <a:solidFill>
                  <a:srgbClr val="F8FAFC"/>
                </a:solidFill>
              </a:defRPr>
            </a:pPr>
            <a:r>
              <a:t>Business Problem &amp; Objectives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Assignment 2: Internal Service Agent Context &amp;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920240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93392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The Helpdesk Bottleneck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IT teams lose hundreds of hours weekly addressing repetitive issues (password resets, VPN configs).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108960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182112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The Ambiguity Problem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Employees submit incomplete queries (e.g. 'Laptop broken'), leading to costly back-and-forth emails.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297679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370831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The Hallucination Risk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Generic LLM bots invent non-existent company policies or authorize unapproved hardware purchases.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486400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559552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Target Objectives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Strict grounding in 10 IT policies, conversational clarification without repetition, and structured ticket auditing.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SLIDE 03 | AIONOS INTERNAL SERVICE AGENT</a:t>
            </a:r>
          </a:p>
          <a:p>
            <a:pPr>
              <a:defRPr sz="2600" b="1">
                <a:solidFill>
                  <a:srgbClr val="F8FAFC"/>
                </a:solidFill>
              </a:defRPr>
            </a:pPr>
            <a:r>
              <a:t>Agent Architecture &amp; Process Flow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4-Node Cyclical LangGraph State Machine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920240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93392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Node 1: understand_issue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Synthesizes multi-turn dialogue into a distilled, factual technical summary.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108960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182112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Node 2: match_policy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Evaluates symptoms against KB-01 through KB-10; strictly outputs verified KB code or NONE.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297679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370831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Node 3: decide_and_respond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Executes policy reasoning: emits RESOLVED, ESCALATED, or asks targeted FOLLOW_UP questions.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486400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559552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Node 4: create_ticket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Generates an immutable structured ticket (TK-XXXXXX) with timestamp and resolution audit trail.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SLIDE 04 | AIONOS INTERNAL SERVICE AGENT</a:t>
            </a:r>
          </a:p>
          <a:p>
            <a:pPr>
              <a:defRPr sz="2600" b="1">
                <a:solidFill>
                  <a:srgbClr val="F8FAFC"/>
                </a:solidFill>
              </a:defRPr>
            </a:pPr>
            <a:r>
              <a:t>Knowledge Base Policy Grounding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10 Veridian Corp Corporate IT Articles (KB-01 to KB-10)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920240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93392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Identity &amp; Access (KB-01 &amp; KB-02)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KB-01: 5 failed logins = 30-min lock; self-service reset. KB-02: GlobalProtect VPN &amp; Duo MFA.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108960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182112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Hardware Lifecycle (KB-03 &amp; KB-05)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KB-03: Replacement at &gt;3 yrs with verified hardware failure. KB-05: Printer spooler and technician dispatch.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297679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370831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Software &amp; Peripherals (KB-04 &amp; KB-07)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KB-04: Approved catalog vs. SecOps review. KB-07: Standard peripheral allocation &amp; dual-monitor approval.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486400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559552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Security Protocols (KB-08, 09, 10)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KB-08: External forwarding prohibited. KB-09: MDM Intune enrollment. KB-10: Immediate Sev-1 incident isolation.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SLIDE 05 | AIONOS INTERNAL SERVICE AGENT</a:t>
            </a:r>
          </a:p>
          <a:p>
            <a:pPr>
              <a:defRPr sz="2600" b="1">
                <a:solidFill>
                  <a:srgbClr val="F8FAFC"/>
                </a:solidFill>
              </a:defRPr>
            </a:pPr>
            <a:r>
              <a:t>Multi-Turn Clarification Engine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Intelligent Follow-ups Without Repetitive Questioning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920240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93392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The Follow-Up Challenge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Real-world users give partial info. Jumping straight to resolve or escalate causes errors.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108960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182112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Targeted FOLLOW_UP Decision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Agent asks concise clarifying questions whenever required policy parameters are missing.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297679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370831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Anti-Repetition Engine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Explicitly inspects conversation history so questions already answered by the user are never re-asked.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486400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559552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Seamless Multi-Turn State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FastAPI session memory preserves user history across turns, enabling fluid multi-turn resolution.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SLIDE 06 | AIONOS INTERNAL SERVICE AGENT</a:t>
            </a:r>
          </a:p>
          <a:p>
            <a:pPr>
              <a:defRPr sz="2600" b="1">
                <a:solidFill>
                  <a:srgbClr val="F8FAFC"/>
                </a:solidFill>
              </a:defRPr>
            </a:pPr>
            <a:r>
              <a:t>Decision Matrix: Resolution vs. Escalation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Deterministic Policy Routing with Risk Mitigation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920240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93392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Autonomous RESOLVED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Self-service workflows with deterministic policy steps (password reset, VPN install, software catalog).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108960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182112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Safe ESCALATED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Hardware failures, persistent errors after troubleshooting, administrative permission requests, and security incidents.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297679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370831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Dynamic Priority Scoring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Assigns Low, Medium, High, or Critical priority based on business impact and urgency.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486400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559552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Policy Conflict Handling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Correctly identifies dual-policy edge cases (e.g. KB-03 eligibility + Asset Management Finance sign-off).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SLIDE 07 | AIONOS INTERNAL SERVICE AGENT</a:t>
            </a:r>
          </a:p>
          <a:p>
            <a:pPr>
              <a:defRPr sz="2600" b="1">
                <a:solidFill>
                  <a:srgbClr val="F8FAFC"/>
                </a:solidFill>
              </a:defRPr>
            </a:pPr>
            <a:r>
              <a:t>Structured Ticket Schema &amp; Audit Trail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Enterprise Compliance &amp; Real-Time Queue Integration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920240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93392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Ticket Data Schema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ticket_id (TK-XXXXXX), employee name &amp; email, issue summary, cited KB, decision, resolution, and UTC timestamp.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108960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182112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Audit Integrity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Tickets are immutable records that track exactly which policy was cited and why action was taken.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297679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370831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Unified Ticket Store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Pre-loaded with 10 enterprise historical tickets from data.py, dynamically updated with live user sessions.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486400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559552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Frontend Synchronization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Real-time reactive ticket panel with status badges and searchable history in the UI.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SLIDE 08 | AIONOS INTERNAL SERVICE AGENT</a:t>
            </a:r>
          </a:p>
          <a:p>
            <a:pPr>
              <a:defRPr sz="2600" b="1">
                <a:solidFill>
                  <a:srgbClr val="F8FAFC"/>
                </a:solidFill>
              </a:defRPr>
            </a:pPr>
            <a:r>
              <a:t>Technology Stack &amp; AI Tooling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High-Performance Fullstack Agent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920240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93392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LLM Engine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Groq API with llama-3.3-70b-versatile. Sub-second latency, temperature=0 for zero hallucination.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108960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182112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Orchestration Framework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LangGraph + LangChain Core with typed state management and conditional edge routing.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297679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370831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Backend API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FastAPI (Python) with Pydantic v2 data models and asynchronous endpoints.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486400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559552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Frontend &amp; Cloud Hosting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React 19 + Vite (Dark glassmorphism UI) deployed as a unified single service on Render.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SLIDE 09 | AIONOS INTERNAL SERVICE AGENT</a:t>
            </a:r>
          </a:p>
          <a:p>
            <a:pPr>
              <a:defRPr sz="2600" b="1">
                <a:solidFill>
                  <a:srgbClr val="F8FAFC"/>
                </a:solidFill>
              </a:defRPr>
            </a:pPr>
            <a:r>
              <a:t>Empirical Evaluation &amp; Test Scenarios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Validation Across 5 Real-World IT Support Scenarios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920240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93392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Scenario 1 (Account Lockout)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Resolved in 1 turn via KB-01 self-service reset instructions. 100% accuracy.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108960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182112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Scenario 2 (Laptop Replacement)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Asked 2 clarifying questions, confirmed motherboard failure, cited KB-03 + Finance sign-off rule.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297679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370831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Scenario 3 (Persistent Printer Jam)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Spooler restart failed -&gt; Escalated to Hardware Support (Priority: High) under KB-05.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486400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559552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Scenario 4 (Unapproved Software)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Correctly routed request to IT Security approval workflow under KB-04.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675119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6748271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Scenario 5 (Phishing Incident)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Immediate Sev-1 alert to SecOps and network isolation guidance under KB-10.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SLIDE 10 | AIONOS INTERNAL SERVICE AGENT</a:t>
            </a:r>
          </a:p>
          <a:p>
            <a:pPr>
              <a:defRPr sz="2600" b="1">
                <a:solidFill>
                  <a:srgbClr val="F8FAFC"/>
                </a:solidFill>
              </a:defRPr>
            </a:pPr>
            <a:r>
              <a:t>Defense Summary &amp; Future Roadmap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Assignment Deliverables &amp; Enterprise Expansion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920240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93392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Assignment Fulfillment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Fully functioning agent, live cloud deployment, complete ticket audit trail, and zero policy hallucinations.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108960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182112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Enterprise ITSM Integration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Direct bi-directional webhooks with Jira Service Management and ServiceNow.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297679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370831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RAG on Unstructured Docs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Hybrid vector search over corporate Confluence, Notion, and PDF manuals.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486400"/>
            <a:ext cx="10728655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559552"/>
            <a:ext cx="1033272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▸  Multilingual &amp; Voice Support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Expanding to global multilingual workforces with speech-to-speech support.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